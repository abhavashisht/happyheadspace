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68" r:id="rId2"/>
    <p:sldId id="267" r:id="rId3"/>
    <p:sldId id="271" r:id="rId4"/>
    <p:sldId id="273" r:id="rId5"/>
    <p:sldId id="272" r:id="rId6"/>
    <p:sldId id="274" r:id="rId7"/>
    <p:sldId id="297" r:id="rId8"/>
    <p:sldId id="298" r:id="rId9"/>
    <p:sldId id="275" r:id="rId10"/>
    <p:sldId id="281" r:id="rId11"/>
    <p:sldId id="287" r:id="rId12"/>
    <p:sldId id="286" r:id="rId13"/>
    <p:sldId id="288" r:id="rId14"/>
    <p:sldId id="295" r:id="rId15"/>
    <p:sldId id="296" r:id="rId16"/>
    <p:sldId id="289" r:id="rId17"/>
    <p:sldId id="290" r:id="rId18"/>
    <p:sldId id="294" r:id="rId19"/>
    <p:sldId id="292" r:id="rId20"/>
    <p:sldId id="293" r:id="rId21"/>
    <p:sldId id="299" r:id="rId22"/>
    <p:sldId id="300" r:id="rId23"/>
    <p:sldId id="278" r:id="rId24"/>
    <p:sldId id="279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61579"/>
      </p:ext>
    </p:extLst>
  </p:cSld>
  <p:clrMapOvr>
    <a:masterClrMapping/>
  </p:clrMapOvr>
  <p:transition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56585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4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7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3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09715"/>
      </p:ext>
    </p:extLst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9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1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4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5BB0C6-8FC1-47C0-B737-D54E21B5B868}" type="datetimeFigureOut">
              <a:rPr lang="en-US" smtClean="0"/>
              <a:pPr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87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cut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s.com/in/treasures/articles/personal-financial-manager" TargetMode="External"/><Relationship Id="rId2" Type="http://schemas.openxmlformats.org/officeDocument/2006/relationships/hyperlink" Target="https://www.csstricks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youtube.com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624" y="1249540"/>
            <a:ext cx="6624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  <a:latin typeface="Arial Black" pitchFamily="34" charset="0"/>
              </a:rPr>
              <a:t>Front End Engineering Project</a:t>
            </a:r>
          </a:p>
          <a:p>
            <a:pPr algn="ctr"/>
            <a:endParaRPr lang="en-US" sz="3600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7D1FD-FDA4-1BEC-9A2C-EDECC078DB9A}"/>
              </a:ext>
            </a:extLst>
          </p:cNvPr>
          <p:cNvSpPr txBox="1"/>
          <p:nvPr/>
        </p:nvSpPr>
        <p:spPr>
          <a:xfrm>
            <a:off x="1115616" y="2780928"/>
            <a:ext cx="623695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HAPPYHEADSPACE</a:t>
            </a:r>
          </a:p>
          <a:p>
            <a:endParaRPr lang="en-US" dirty="0"/>
          </a:p>
          <a:p>
            <a:pPr algn="ctr"/>
            <a:r>
              <a:rPr lang="en-US" sz="1800" dirty="0"/>
              <a:t>Team Members:</a:t>
            </a:r>
          </a:p>
          <a:p>
            <a:pPr algn="ctr"/>
            <a:r>
              <a:rPr lang="en-US" sz="1800" dirty="0" err="1"/>
              <a:t>Aanchal</a:t>
            </a:r>
            <a:r>
              <a:rPr lang="en-US" sz="1800" dirty="0"/>
              <a:t> Jha                2310991670</a:t>
            </a:r>
          </a:p>
          <a:p>
            <a:pPr algn="ctr"/>
            <a:r>
              <a:rPr lang="en-US" sz="1800" dirty="0"/>
              <a:t>Abha </a:t>
            </a:r>
            <a:r>
              <a:rPr lang="en-US" sz="1800" dirty="0" err="1"/>
              <a:t>Vashisht</a:t>
            </a:r>
            <a:r>
              <a:rPr lang="en-US" sz="1800" dirty="0"/>
              <a:t>            2310991673</a:t>
            </a:r>
          </a:p>
          <a:p>
            <a:pPr algn="ctr"/>
            <a:r>
              <a:rPr lang="en-US" sz="1800" dirty="0"/>
              <a:t>Ananya Tuli                 2310991690</a:t>
            </a:r>
          </a:p>
          <a:p>
            <a:pPr algn="ctr"/>
            <a:r>
              <a:rPr lang="en-US" sz="1800" dirty="0" err="1"/>
              <a:t>Arshpal</a:t>
            </a:r>
            <a:r>
              <a:rPr lang="en-US" sz="1800" dirty="0"/>
              <a:t> Singh             2310991710</a:t>
            </a:r>
          </a:p>
          <a:p>
            <a:endParaRPr lang="en-IN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10737"/>
            <a:ext cx="69127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Features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itchFamily="18" charset="0"/>
                <a:cs typeface="Times New Roman" pitchFamily="18" charset="0"/>
              </a:rPr>
              <a:t>Project: </a:t>
            </a:r>
            <a:r>
              <a:rPr lang="en-IN" sz="3000" dirty="0" err="1">
                <a:latin typeface="Times New Roman" pitchFamily="18" charset="0"/>
                <a:cs typeface="Times New Roman" pitchFamily="18" charset="0"/>
              </a:rPr>
              <a:t>HappyHeadspace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 Mental Health Website </a:t>
            </a: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3200" dirty="0">
              <a:latin typeface="Stencil" pitchFamily="82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623" y="3791073"/>
            <a:ext cx="8786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mental health website can provide valuable resources, information, and support for individuals struggling with mental health issues. It can serve as a platform for raising awareness, reducing stigma, and connecting people with professional help and peer support.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6061" y="1916832"/>
            <a:ext cx="8643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ROLL.NO:                    NAME: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2310991670                AANCHAL JHA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2310991673               ABHA VASHISHT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2310991690              ANANYA TULI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2310991710	        ARSHPAL SINGH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508" y="5200941"/>
            <a:ext cx="8143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mental health website aims to raise awareness, provide information, connect people, promote self-care, facilitate access to help, and advocate for mental health. It seeks to improve the lives of individuals affected by mental health conditions and create a more supportive society.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277878"/>
            <a:ext cx="84249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problems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conditions that affect our thoughts, feelings, and behaviors. They can range from mild to severe and impact our daily lives. 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HappyHeadspace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help by offering resources, information, and support to individuals struggling with mental health. Our website provides tools for self-care, connects people with others who understand, and facilitates access to professional help.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427602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691FE-2FE1-672E-1868-AD592C85AB3E}"/>
              </a:ext>
            </a:extLst>
          </p:cNvPr>
          <p:cNvSpPr txBox="1"/>
          <p:nvPr/>
        </p:nvSpPr>
        <p:spPr>
          <a:xfrm>
            <a:off x="611560" y="1412776"/>
            <a:ext cx="75608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HTML(version:5): used to create the basic structure of the website.</a:t>
            </a:r>
          </a:p>
          <a:p>
            <a:pPr marL="457200" indent="-457200" algn="just"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CSS(version:3) : used to style the basic html code using various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Java script(version:ECMAscript2023): 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used to create dynamic pages.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Bootstrap(version:5): External library for making the   webpage responsive.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React: (version: 19) external </a:t>
            </a:r>
            <a:r>
              <a:rPr lang="en-I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used for form.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EADBB-7784-A038-66E4-DAC9D4B728E6}"/>
              </a:ext>
            </a:extLst>
          </p:cNvPr>
          <p:cNvSpPr txBox="1"/>
          <p:nvPr/>
        </p:nvSpPr>
        <p:spPr>
          <a:xfrm>
            <a:off x="480120" y="1052736"/>
            <a:ext cx="79928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Self-Help Resources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Community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Support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Resources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Recruitment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content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appointments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C94C1C-95BE-55F5-0D74-FAF7B518EEE4}"/>
              </a:ext>
            </a:extLst>
          </p:cNvPr>
          <p:cNvSpPr txBox="1"/>
          <p:nvPr/>
        </p:nvSpPr>
        <p:spPr>
          <a:xfrm>
            <a:off x="539552" y="332656"/>
            <a:ext cx="8064896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Project Advantages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1.Comprehensive Resource Integration: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Centralized Access: Users benefit from a single point of access to various mental health resources, reducing the need to navigate multiple platforms or services.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2.User-Friendly Interface: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Intuitive Design: The platform is designed with a focus on ease of use, ensuring that users of all technological backgrounds can navigate the site effortlessly.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Responsive Layout: Optimized for both desktop and mobile devices, providing a seamless experience across different screen sizes.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24986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7AA72-1DE9-574C-4EE8-4D61F8AE3FAD}"/>
              </a:ext>
            </a:extLst>
          </p:cNvPr>
          <p:cNvSpPr txBox="1"/>
          <p:nvPr/>
        </p:nvSpPr>
        <p:spPr>
          <a:xfrm>
            <a:off x="467544" y="260648"/>
            <a:ext cx="813690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3.Enhanced Accessibility: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24/7 Availability: Users can access mental health resources and support at any time, removing barriers related to traditional office hours.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Geographic Flexibility: The platform can serve users from various locations, making it especially beneficial for those in underserved areas or with limited access to local mental health services.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.Streamlined Healthcare Provider Interaction: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Efficient Management: The doctor’s dashboard streamlines patient management and appointment scheduling, improving the efficiency of healthcare providers.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Data Insights: Advanced analytics and reporting tools enable providers to better understand patient needs and optimize treatment plans.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84884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7232" y="845423"/>
            <a:ext cx="38576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Main Page:-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0452B-1CE0-9826-D700-55C9C228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4236"/>
            <a:ext cx="9144000" cy="417170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928670"/>
            <a:ext cx="6786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  <a:r>
              <a:rPr lang="en-US" sz="3200" b="1" dirty="0"/>
              <a:t> Dashboard:-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DA552-4631-0FBB-6506-CD7CCBD0B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593"/>
            <a:ext cx="9144000" cy="411673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24127-8D3C-249D-5B43-B1BC16D9F5DD}"/>
              </a:ext>
            </a:extLst>
          </p:cNvPr>
          <p:cNvSpPr txBox="1"/>
          <p:nvPr/>
        </p:nvSpPr>
        <p:spPr>
          <a:xfrm>
            <a:off x="323528" y="980728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Login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en-IN" sz="2800" b="1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26CD8-78D5-6837-30C0-84D7AD76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" y="1716378"/>
            <a:ext cx="9144000" cy="417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21718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CCBC0-4A3C-B1B0-DC4B-62EE4A663168}"/>
              </a:ext>
            </a:extLst>
          </p:cNvPr>
          <p:cNvSpPr txBox="1"/>
          <p:nvPr/>
        </p:nvSpPr>
        <p:spPr>
          <a:xfrm>
            <a:off x="179512" y="980728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Blogs</a:t>
            </a:r>
            <a:r>
              <a:rPr lang="en-US" sz="2800" dirty="0"/>
              <a:t>: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A91B4-8D32-67A3-CF62-08489805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3263"/>
            <a:ext cx="9144000" cy="419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92290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1A507-EC5A-8009-EDBF-5F2AE8D8FE94}"/>
              </a:ext>
            </a:extLst>
          </p:cNvPr>
          <p:cNvSpPr txBox="1"/>
          <p:nvPr/>
        </p:nvSpPr>
        <p:spPr>
          <a:xfrm>
            <a:off x="179512" y="112474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 session: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8C482-2913-358B-136D-8DC98816E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9144000" cy="418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18313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1A507-EC5A-8009-EDBF-5F2AE8D8FE94}"/>
              </a:ext>
            </a:extLst>
          </p:cNvPr>
          <p:cNvSpPr txBox="1"/>
          <p:nvPr/>
        </p:nvSpPr>
        <p:spPr>
          <a:xfrm>
            <a:off x="179512" y="112474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cart: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745DB-3B39-89C0-1E65-E21E223EE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7145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931571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1A507-EC5A-8009-EDBF-5F2AE8D8FE94}"/>
              </a:ext>
            </a:extLst>
          </p:cNvPr>
          <p:cNvSpPr txBox="1"/>
          <p:nvPr/>
        </p:nvSpPr>
        <p:spPr>
          <a:xfrm>
            <a:off x="179512" y="112474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ED2C6-724A-D24A-D0F2-2EF39A090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86319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24E9EE-82EC-6F9B-0EF3-326A9F2870EA}"/>
              </a:ext>
            </a:extLst>
          </p:cNvPr>
          <p:cNvSpPr txBox="1"/>
          <p:nvPr/>
        </p:nvSpPr>
        <p:spPr>
          <a:xfrm>
            <a:off x="179512" y="1052736"/>
            <a:ext cx="5004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Dashboard: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473578-68C5-14D7-76B1-3CB620C36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800"/>
            <a:ext cx="914400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05204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29F0B-8215-4B1A-55A4-09CF361030A1}"/>
              </a:ext>
            </a:extLst>
          </p:cNvPr>
          <p:cNvSpPr txBox="1"/>
          <p:nvPr/>
        </p:nvSpPr>
        <p:spPr>
          <a:xfrm>
            <a:off x="179512" y="1052736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1A43E8-EA6E-715B-9EF0-DF17B88CE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4708"/>
            <a:ext cx="9144000" cy="396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40988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29F0B-8215-4B1A-55A4-09CF361030A1}"/>
              </a:ext>
            </a:extLst>
          </p:cNvPr>
          <p:cNvSpPr txBox="1"/>
          <p:nvPr/>
        </p:nvSpPr>
        <p:spPr>
          <a:xfrm>
            <a:off x="179512" y="1052736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Support: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C3C7E-C814-7613-D537-F082F04BA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564"/>
            <a:ext cx="9144000" cy="400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79930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29F0B-8215-4B1A-55A4-09CF361030A1}"/>
              </a:ext>
            </a:extLst>
          </p:cNvPr>
          <p:cNvSpPr txBox="1"/>
          <p:nvPr/>
        </p:nvSpPr>
        <p:spPr>
          <a:xfrm>
            <a:off x="179512" y="1052736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Us: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AB7DE-EEC2-E7D8-71AB-D69DBEB3F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8" y="1846022"/>
            <a:ext cx="914400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2134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29F0B-8215-4B1A-55A4-09CF361030A1}"/>
              </a:ext>
            </a:extLst>
          </p:cNvPr>
          <p:cNvSpPr txBox="1"/>
          <p:nvPr/>
        </p:nvSpPr>
        <p:spPr>
          <a:xfrm>
            <a:off x="251520" y="836712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to Us: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DD6A4-D480-849B-7FDC-283739BEE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800"/>
            <a:ext cx="9144000" cy="396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00970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3F9C-24EC-8C09-B199-E643FADC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9296EC-D767-C48D-26FF-12579BC3D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9140"/>
            <a:ext cx="9144000" cy="4259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97A37C-464A-CE99-5CC5-020F27A66D63}"/>
              </a:ext>
            </a:extLst>
          </p:cNvPr>
          <p:cNvSpPr txBox="1"/>
          <p:nvPr/>
        </p:nvSpPr>
        <p:spPr>
          <a:xfrm>
            <a:off x="755576" y="465985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Quiz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81432524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87EA-F632-1D2C-918F-58D92F39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B42E7B-FBA6-B746-910B-B764A63B7EA4}"/>
              </a:ext>
            </a:extLst>
          </p:cNvPr>
          <p:cNvSpPr txBox="1"/>
          <p:nvPr/>
        </p:nvSpPr>
        <p:spPr>
          <a:xfrm>
            <a:off x="755576" y="465985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More on mental health</a:t>
            </a:r>
            <a:r>
              <a:rPr lang="en-IN" dirty="0"/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7D441C-BDF6-9CB0-01A4-D0333DC5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980728"/>
            <a:ext cx="7704856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70242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8A396-9DC4-4602-2A40-C56D4D375178}"/>
              </a:ext>
            </a:extLst>
          </p:cNvPr>
          <p:cNvSpPr txBox="1"/>
          <p:nvPr/>
        </p:nvSpPr>
        <p:spPr>
          <a:xfrm>
            <a:off x="251520" y="1196752"/>
            <a:ext cx="77048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mental health website provides a valuable resource for individuals seeking support and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offering, end-to-end support, blogs, appointments and many more facilities, we aim to reduce stigma, promote understanding, and empower individuals to prioritize their mental well-being.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that by fostering a supportive community and providing accessible resources, we can contribute to a healthier and more compassionate society.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References/Links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536" y="1196752"/>
            <a:ext cx="813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https://www.csstricks.com/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Geeksforgeeks.com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https://code.visualstudio.com/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www.youtube.com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https://screening.mhanational.org/screening-tools/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775</TotalTime>
  <Words>704</Words>
  <Application>Microsoft Office PowerPoint</Application>
  <PresentationFormat>On-screen Show (4:3)</PresentationFormat>
  <Paragraphs>110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Stencil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Tuli</dc:creator>
  <cp:lastModifiedBy>A Tuli</cp:lastModifiedBy>
  <cp:revision>25</cp:revision>
  <dcterms:created xsi:type="dcterms:W3CDTF">2023-10-10T04:21:05Z</dcterms:created>
  <dcterms:modified xsi:type="dcterms:W3CDTF">2024-11-11T06:54:45Z</dcterms:modified>
</cp:coreProperties>
</file>